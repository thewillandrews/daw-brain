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BeatBrain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300" kern="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Production Partner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337560"/>
            <a:ext cx="2743200" cy="18288"/>
          </a:xfrm>
          <a:prstGeom prst="rectangle">
            <a:avLst/>
          </a:prstGeom>
          <a:solidFill>
            <a:srgbClr val="1E1E2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Andrews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Drown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1600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production has a brutal learning curve. The tools are powerful but the knowledge gap is massive. Most people quit before finishing their first track.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Waste Time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54480" y="27889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producers spend hours on repetitive tasks they've done a thousand times. Setting up drums, building arrangements, dialing in signal chains — tedious but necessary.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56616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Middle Ground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3977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tutorials are passive — you watch, you don't build. Existing AI tools generate entire songs, replacing the musician instead of helping them.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31520"/>
            <a:ext cx="7863840" cy="347472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914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8A2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Product. Every Skill Level.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743200" cy="18288"/>
          </a:xfrm>
          <a:prstGeom prst="rectangle">
            <a:avLst/>
          </a:prstGeom>
          <a:solidFill>
            <a:srgbClr val="1E1E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828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already know what you're doing,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makes your workflow faster.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51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know what you're doing,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teaches you by building alongside you.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app is a power tool for a pro and a mentor for a beginner.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BeatBrain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production assistant for Ableton Live. Describe what you want in plain language — get back usable MIDI files, signal chains with exact parameter values, and production guidance shaped by 200KB+ of curated genre knowledge.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74904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317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Generation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patterns, bass lines, melodies, arps — genre-aware with velocity, groove, and swing. Drag directly into Ableton.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011680"/>
            <a:ext cx="374904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31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Chains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plugin settings, device order, parameter values. Not "add some reverb" — "Reverb decay 1.8s, dry/wet 22%, pre-delay 18ms."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3383280"/>
            <a:ext cx="374904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033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46304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curated knowledge bases covering production, sound design, music theory, sampling, Ableton workflows, and sample sourcing.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033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 Separation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Kim Vocal 2 AI stem separation. Drop in a track, get back clean vocals and instrumental. Studio quality.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Interface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0" y="457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7863840" cy="3474720"/>
          </a:xfrm>
          <a:prstGeom prst="rectangle">
            <a:avLst/>
          </a:prstGeom>
          <a:solidFill>
            <a:srgbClr val="111118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097280"/>
            <a:ext cx="7863840" cy="365760"/>
          </a:xfrm>
          <a:prstGeom prst="rectangle">
            <a:avLst/>
          </a:prstGeom>
          <a:solidFill>
            <a:srgbClr val="16161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 BPM   |   E Minor   |   Tech House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Level:  Novice   Intermediate   Expert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1847088"/>
            <a:ext cx="1417320" cy="18288"/>
          </a:xfrm>
          <a:prstGeom prst="rectangle">
            <a:avLst/>
          </a:prstGeom>
          <a:solidFill>
            <a:srgbClr val="F8717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Clap/Snare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2990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847088"/>
            <a:ext cx="1417320" cy="18288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 Bass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8600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Bass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MELODIC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0" y="1847088"/>
            <a:ext cx="1417320" cy="18288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4048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4048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Chords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2990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9496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1847088"/>
            <a:ext cx="1417320" cy="18288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Vocal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496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Chops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9496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9496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Ad-libs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0" y="1600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49440" y="1847088"/>
            <a:ext cx="1417320" cy="18288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19659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22219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Downlifters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49440" y="247802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49440" y="27340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49440" y="2990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3429000"/>
            <a:ext cx="7863840" cy="27432"/>
          </a:xfrm>
          <a:prstGeom prst="rectangle">
            <a:avLst/>
          </a:prstGeom>
          <a:solidFill>
            <a:srgbClr val="1E1E2E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Chat  —  contextual AI for each track element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 track elements  |  Per-element chat  |  Cross-element awareness  |  MIDI preview with piano roll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Skill Levels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request, three different experiences. The AI adapts to you.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54864" cy="1005840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9456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Four-on-the-floor on 1-2-3-4, ghost kicks at 2.3 and 4.3 at vel 60. Kicks removed on beats 2 and 4 where claps land.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60320"/>
            <a:ext cx="54864" cy="100584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633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Four-on-the-floor with ghost kicks at .3 positions, vel 60. Kicks pulled on 2 and 4 for clap clarity. The .3 ghosts drive the offbeat push that defines tech house groove.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863840" cy="100584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03320"/>
            <a:ext cx="54864" cy="1005840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776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9456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a kick pattern"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4-bar kick. A kick on every beat ("four-on-the-floor") — the foundation of house music. Ghost kicks at .3 positions add groove. Kicks removed on beats 2 and 4 to avoid clashing with claps. Drag this onto your Drum Rack's C1 pad.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Built Today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product. Not a prototype.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with genre-aware knowledge routing (6 knowledge bases, 200KB+)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track builder — 25+ elements across Drums, Bass, Melodic, Vocals, FX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MIDI file generation with piano roll preview and velocity coloring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Vocal 2 AI vocal isolation — studio quality, built in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776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skill levels — Expert, Intermediate, Novice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41732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20640" y="1371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genre presets — Tech House, UK Bass, Minimal Techno, Bassline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05740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20640" y="2011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status tracking with cross-element awareness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69748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0640" y="2651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 management (BPM, key, scale, genre)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33756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064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desktop application — native macOS app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977640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064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Per-element chat history with session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Knowledge Engine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moat. Not a generic chatbot — a curated production brain.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417320"/>
            <a:ext cx="54864" cy="914400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House Production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KB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identity, drums, bass, synths, vocals, arrangement, mixing principles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91440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Ableton Workflows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 KB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Shortcuts, routing, MIDI editing, warping, CPU optimization, Live 12 features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51460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514600"/>
            <a:ext cx="54864" cy="914400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&amp; Remixing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KB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separation, warping, chopping, processing, remix and bootleg workflows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14600"/>
            <a:ext cx="54864" cy="914400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KB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Serum 2 deep dive, synthesis fundamentals, drum and FX sound design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611880"/>
            <a:ext cx="54864" cy="914400"/>
          </a:xfrm>
          <a:prstGeom prst="rectangle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Theory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KB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Scales, chord progressions, bass theory, rhythm, tension and resolution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611880"/>
            <a:ext cx="374904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611880"/>
            <a:ext cx="54864" cy="914400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Sourcing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772400" y="3703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KB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4023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 strategy, file formats, library organization, backup workflows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 loads only relevant knowledge per query — efficient token usage, accurate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 Your Music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learns your taste from what you already listen to. One system, three sources.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916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artists, tracks, and per-track audio features — BPM, energy, danceability, valence. Most granular data source.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9164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Music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0332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history, heavy rotation, library data via MusicKit API. Genre and artist preferences with inferred audio profile.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146304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916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SoundCloud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3796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Likes, reposts, playlists. Strongest signal for underground taste — producers and DJs are most active here.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7863840" cy="457200"/>
          </a:xfrm>
          <a:prstGeom prst="rectangle">
            <a:avLst/>
          </a:prstGeom>
          <a:solidFill>
            <a:srgbClr val="111118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206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AI generations passively shaped by your taste — tempo, key, mood, energy, vocal preference — without asking.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Roadmap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2560320" cy="320040"/>
          </a:xfrm>
          <a:prstGeom prst="rectangl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&amp; Expand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taste profiling (Spotify, Apple Music, SoundCloud)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vocal separation — GPU server, 10x faster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system with guided track-building 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genre presets and knowledge bases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097280"/>
            <a:ext cx="2560320" cy="320040"/>
          </a:xfrm>
          <a:prstGeom prst="rectangle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 Integration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187452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 bridge — BeatBrain controls Ableton directly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"Send to Ableton" button on all outputs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sync: Ableton changes reflected in BeatBrain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session state (tracks, devices, tempo, key)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2560320" cy="320040"/>
          </a:xfrm>
          <a:prstGeom prst="rectangle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Integration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1874520"/>
            <a:ext cx="2560320" cy="25603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9224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for Live device — embedded chat inside Ableton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session awareness in real-time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suggestions based on what you're working 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JUCE plugin (VST3/AU) — works in any DAW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angle">
            <a:avLst/>
          </a:prstGeom>
          <a:solidFill>
            <a:srgbClr val="07071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BeatBrain  —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 Split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0" y="457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product. Same backend.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AI stem separation — desktop app, cloud API, and DAW plugin. One cloud GPU backend serves both BeatBrain and Stem Split.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56032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App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in a track, get stems. No DAW required. Electron-based, cross-platform.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1645920"/>
            <a:ext cx="256032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28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API. Any developer can integrate stem separation into their product.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560320" cy="118872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28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 Plugin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537960" y="2240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VST3/AU. Separate stems without leaving Ableton, FL Studio, Logic, or any DAW.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40080" y="3474720"/>
            <a:ext cx="182880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4008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3/month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4008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quality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2743200" y="3474720"/>
            <a:ext cx="182880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274320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7432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274320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separations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46320" y="3474720"/>
            <a:ext cx="182880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484632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8463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$24.99/mo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484632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+ DAW plugin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949440" y="3474720"/>
            <a:ext cx="1828800" cy="914400"/>
          </a:xfrm>
          <a:prstGeom prst="rectangle">
            <a:avLst/>
          </a:prstGeom>
          <a:solidFill>
            <a:srgbClr val="16161F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69494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9494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$0.05/sep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949440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angle">
            <a:avLst/>
          </a:prstGeom>
          <a:solidFill>
            <a:srgbClr val="E8A2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0F0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BeatBrain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production partner for every skill level.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2926080"/>
            <a:ext cx="2743200" cy="18288"/>
          </a:xfrm>
          <a:prstGeom prst="rectangle">
            <a:avLst/>
          </a:prstGeom>
          <a:solidFill>
            <a:srgbClr val="1E1E2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Andrews  |  will@beatbrain.io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BeatBrain — Pitch Deck</dc:title>
  <dc:subject>PptxGenJS Presentation</dc:subject>
  <dc:creator>Will Andrews</dc:creator>
  <cp:lastModifiedBy>Will Andrews</cp:lastModifiedBy>
  <cp:revision>1</cp:revision>
  <dcterms:created xsi:type="dcterms:W3CDTF">2026-03-24T22:19:00Z</dcterms:created>
  <dcterms:modified xsi:type="dcterms:W3CDTF">2026-03-24T22:19:00Z</dcterms:modified>
</cp:coreProperties>
</file>