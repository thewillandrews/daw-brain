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66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 err="1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BeatBrain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300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Production Partner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520440"/>
            <a:ext cx="2743200" cy="18288"/>
          </a:xfrm>
          <a:prstGeom prst="line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Partnership Opportunity for Joe Ciarletta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Andrews  |  March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7863840" cy="100584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17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Beginners Drown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16002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production has a brutal learning curve. The tools are powerful but the knowledge gap is massive. Most people quit before finishing their first track. 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377440"/>
            <a:ext cx="7863840" cy="100584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060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Experts Waste Time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554480" y="27889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Experienced producers spend hours on repetitive tasks — setting up drums, building arrangements, dialing in signal chains. The creative bottleneck isn't ideas, it's execution speed.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566160"/>
            <a:ext cx="7863840" cy="100584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94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Meets You Where You Are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54480" y="3977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tutorials are passive. Existing AI tools like Suno and Udio generate entire songs — replacing the musician instead of helping them. Nobody is building an AI copilot that makes you better.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731520"/>
            <a:ext cx="7863840" cy="3474720"/>
          </a:xfrm>
          <a:prstGeom prst="line">
            <a:avLst/>
          </a:prstGeom>
          <a:solidFill>
            <a:srgbClr val="111118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914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8A2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Product. Every Skill Level.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2743200" cy="18288"/>
          </a:xfrm>
          <a:prstGeom prst="line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already know what you're doing,</a:t>
            </a:r>
            <a:endParaRPr lang="en-US" sz="16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makes your workflow faster.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don't know what you're doing,</a:t>
            </a:r>
            <a:endParaRPr lang="en-US" sz="16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teaches you by building alongside you.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566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copilot, not a replacement. The musician stays in control.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BeatBrain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production assistant for Ableton Live. Describe what you want in plain language — get back usable MIDI files, signal chains with exact parameter values, and production guidance shaped by 200KB+ of curated genre knowledge.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3749040" cy="118872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317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 Generation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63040" y="2468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Drum patterns, bass lines, melodies, arps — genre-aware with velocity, groove, and swing. Drag directly into Ableton.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2011680"/>
            <a:ext cx="3749040" cy="118872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3317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Chains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2468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plugin settings, device order, parameter values. Not "add some reverb" — specific, actionable production decisions.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3383280"/>
            <a:ext cx="3749040" cy="118872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7033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Engine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6304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curated knowledge bases covering production, sound design, music theory, sampling, Ableton workflows, and sample sourcing.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3383280"/>
            <a:ext cx="3749040" cy="118872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7033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Vocal Separation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7784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Kim Vocal 2 AI stem separation. Drop any track in, get back clean vocals and instrumental. Studio quality.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Interface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097280"/>
            <a:ext cx="7863840" cy="3474720"/>
          </a:xfrm>
          <a:prstGeom prst="line">
            <a:avLst/>
          </a:prstGeom>
          <a:solidFill>
            <a:srgbClr val="111118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097280"/>
            <a:ext cx="7863840" cy="365760"/>
          </a:xfrm>
          <a:prstGeom prst="line">
            <a:avLst/>
          </a:prstGeom>
          <a:solidFill>
            <a:srgbClr val="1616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BPM   |   E Minor   |   Tech House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Level:  Novice   Intermediate   Expert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DRUMS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1847088"/>
            <a:ext cx="1417320" cy="18288"/>
          </a:xfrm>
          <a:prstGeom prst="lin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1965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22219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Clap/Snare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24780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27340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2990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1847088"/>
            <a:ext cx="1417320" cy="18288"/>
          </a:xfrm>
          <a:prstGeom prst="lin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0" y="1965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Bass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86000" y="22219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Bass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MELODIC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0" y="1847088"/>
            <a:ext cx="1417320" cy="18288"/>
          </a:xfrm>
          <a:prstGeom prst="lin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0" y="1965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40480" y="22219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40480" y="24780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0" y="27340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40480" y="2990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9496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94960" y="1847088"/>
            <a:ext cx="1417320" cy="18288"/>
          </a:xfrm>
          <a:prstGeom prst="lin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94960" y="1965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Vocal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94960" y="22219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Chops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94960" y="24780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94960" y="27340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Ad-libs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94944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49440" y="1847088"/>
            <a:ext cx="1417320" cy="18288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49440" y="1965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Risers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49440" y="22219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49440" y="24780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49440" y="27340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429000"/>
            <a:ext cx="7863840" cy="27432"/>
          </a:xfrm>
          <a:prstGeom prst="line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29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Chat  —  contextual AI for each track element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track elements  |  Per-element chat  |  Cross-element awareness  |  MIDI preview with piano roll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Adaptive Skill Levels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request, three different experiences. The AI adapts to you — not the other way around.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863840" cy="100584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54864" cy="1005840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9456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"Give me a kick pattern"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783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4-bar kick. Four-on-the-floor on 1-2-3-4, ghost kicks at 2.3 and 4.3 at vel 60. Kicks removed on beats 2 and 4 where claps land.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7863840" cy="100584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54864" cy="1005840"/>
          </a:xfrm>
          <a:prstGeom prst="lin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2633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9456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"Give me a kick pattern"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4-bar kick. Four-on-the-floor with ghost kicks at .3 positions, vel 60. Kicks pulled on 2 and 4 for clap clarity. The .3 ghosts drive the offbeat push that defines tech house groove.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7863840" cy="100584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54864" cy="1005840"/>
          </a:xfrm>
          <a:prstGeom prst="lin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3776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194560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"Give me a kick pattern"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4-bar kick. A kick on every beat ("four-on-the-floor") — the foundation of house music. Ghost kicks at .3 positions add groove. Kicks removed on beats 2 and 4 to avoid clashing with claps. Drag this onto your Drum Rack's C1 pad.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Built Today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product. Not a concept.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371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 with genre-aware knowledge routing (6 knowledge bases, 200KB+)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track builder — 25+ elements across Drums, Bass, Melodic, Vocals, FX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748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651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 file generation with piano roll preview and velocity coloring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6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Vocal 2 AI vocal isolation — studio quality, built in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3931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skill levels — Expert, Intermediate, Novice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1732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20640" y="1371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genre presets — Tech House, UK Bass, Minimal Techno, Bassline</a:t>
            </a:r>
            <a:endParaRPr lang="en-US" sz="1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57400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2064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status tracking with cross-element awareness</a:t>
            </a:r>
            <a:endParaRPr lang="en-US" sz="11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697480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20640" y="2651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 management with persistence across reloads</a:t>
            </a:r>
            <a:endParaRPr lang="en-US" sz="11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337560"/>
            <a:ext cx="228600" cy="2286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20640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desktop application — native macOS app</a:t>
            </a:r>
            <a:endParaRPr lang="en-US" sz="11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977640"/>
            <a:ext cx="228600" cy="2286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120640" y="3931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Per-element chat history and session persistence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Knowledge Engine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moat. Not a generic chatbot — a curated production brain with opinionated, specific expertise.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749040" cy="91440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54864" cy="914400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House Production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1508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KB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identity, drums, bass, synths, arrangement, mixing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749040" cy="91440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54864" cy="914400"/>
          </a:xfrm>
          <a:prstGeom prst="lin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Ableton Workflows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1508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KB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Shortcuts, routing, MIDI editing, CPU optimization, Live 12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514600"/>
            <a:ext cx="3749040" cy="91440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2514600"/>
            <a:ext cx="54864" cy="914400"/>
          </a:xfrm>
          <a:prstGeom prst="lin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&amp; Remixing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2606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KB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2926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separation, chopping, processing, remix workflows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514600"/>
            <a:ext cx="3749040" cy="91440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514600"/>
            <a:ext cx="54864" cy="914400"/>
          </a:xfrm>
          <a:prstGeom prst="lin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8348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Design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2606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KB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2926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Serum 2 deep dive, synthesis fundamentals, FX design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611880"/>
            <a:ext cx="3749040" cy="91440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" y="3611880"/>
            <a:ext cx="54864" cy="914400"/>
          </a:xfrm>
          <a:prstGeom prst="lin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Theory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KB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4023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Scales, chords, bass theory, rhythm, tension/resolution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611880"/>
            <a:ext cx="3749040" cy="91440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3611880"/>
            <a:ext cx="54864" cy="914400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348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Sourcing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0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KB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4023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 strategy, formats, library organization, backup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routing loads only relevant knowledge per query — efficient, accurate, cost-effective.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We're Different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Suno / Udio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3716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entire songs with AI. Replaces the musician — you type a prompt, get a finished track. No learning, no control, no craft.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 / LANDR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0116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libraries and automated mastering. Useful tools, but no AI production guidance. You still need to know what you're doing.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/ Courses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6517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learning. You watch someone else produce. Hours of content, no hands-on building, no personalized feedback.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7863840" cy="27432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03320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60120" y="36758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 — helps you produce, doesn't produce for you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2336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60120" y="39959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skill levels — same app works for beginners and pros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4340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43159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200KB+ of curated, opinionated genre knowledge — not generic AI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46360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real files you drag into your DAW — MIDI, not mp3s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 Your Music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learns your taste from what you already listen to. One system, three sources.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2560320" cy="228600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69164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artists, tracks, per-track audio features — BPM, energy, danceability, valence.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74720" y="1463040"/>
            <a:ext cx="2560320" cy="228600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69164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Music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03320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history, heavy rotation, library data via MusicKit API.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309360" y="1463040"/>
            <a:ext cx="2560320" cy="228600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69164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SoundCloud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37960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Likes, reposts, playlists. Strongest signal for underground taste.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4023360"/>
            <a:ext cx="7863840" cy="457200"/>
          </a:xfrm>
          <a:prstGeom prst="line">
            <a:avLst/>
          </a:prstGeom>
          <a:solidFill>
            <a:srgbClr val="1111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22960" y="4023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generations passively shaped by your taste — tempo, key, mood, energy — without asking.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Roadmap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2560320" cy="320040"/>
          </a:xfrm>
          <a:prstGeom prst="lin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&amp; Expand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2560320" cy="256032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taste profiling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vocal separation (10x faster)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learning system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genre presets + knowledge bases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1097280"/>
            <a:ext cx="2560320" cy="320040"/>
          </a:xfrm>
          <a:prstGeom prst="lin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 Integration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0" y="1874520"/>
            <a:ext cx="2560320" cy="256032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 bridge to control Ableton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"Send to Ableton" on all outputs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Two-way session sync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tracks, devices, tempo, key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1097280"/>
            <a:ext cx="2560320" cy="320040"/>
          </a:xfrm>
          <a:prstGeom prst="lin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Integration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1874520"/>
            <a:ext cx="2560320" cy="256032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for Live device in Ableton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session awareness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AI suggestions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JUCE plugin (VST3/AU) — any DAW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Stem Split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0" y="457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product. Same backend.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AI stem separation — desktop app, cloud API, and DAW plugin. Broader market than BeatBrain alone. Revenue from day 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2560320" cy="100584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App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in a track, get stems. No DAW required.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1645920"/>
            <a:ext cx="2560320" cy="100584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7830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0624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API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0332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API. Any developer can integrate.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309360" y="1645920"/>
            <a:ext cx="2560320" cy="100584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7830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4088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 Plugin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53796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VST3/AU. Never leave your session.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008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40080" y="3383280"/>
            <a:ext cx="1828800" cy="91440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4008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08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3/month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40080" y="3950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quality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2743200" y="3383280"/>
            <a:ext cx="1828800" cy="91440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274320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27432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$9.99/mo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2743200" y="3950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separations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846320" y="3383280"/>
            <a:ext cx="1828800" cy="91440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484632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484632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$24.99/mo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4846320" y="3950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+ DAW plugin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949440" y="3383280"/>
            <a:ext cx="1828800" cy="91440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94944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694944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$0.05/sep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6949440" y="3950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growth through our network. No ad spend. Real users, real feedback.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863840" cy="73152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411480" cy="411480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0A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Circle Beta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70992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Fraternity brothers, B2B DJs, friends who produce. 20-30 users testing the product, giving honest feedback. We iterate fast based on real usage. This is where we find the bugs and the features we didn't think of.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286000"/>
            <a:ext cx="7863840" cy="73152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2423160"/>
            <a:ext cx="411480" cy="411480"/>
          </a:xfrm>
          <a:prstGeom prst="lin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0A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Beta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57860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 of friends, local DJ community, producers in our extended network. 100+ users. Start collecting testimonials. Refine the onboarding experience. Build the product people can't stop talking about.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154680"/>
            <a:ext cx="7863840" cy="73152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3291840"/>
            <a:ext cx="411480" cy="411480"/>
          </a:xfrm>
          <a:prstGeom prst="lin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0A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Push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44728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Frankie's connections and our network to get BeatBrain in front of established artists. Artist endorsements, event presence, music school partnerships. A known DJ using BeatBrain is worth more than any ad.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023360"/>
            <a:ext cx="7863840" cy="73152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" y="4160520"/>
            <a:ext cx="411480" cy="411480"/>
          </a:xfrm>
          <a:prstGeom prst="lin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0A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315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Hunt, Reddit (r/edmproduction, r/WeAreTheMusicMakers), music production forums. The product is polished, we have testimonials and artist co-signs, and the brand is ready.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people. Three distinct strengths. No overlap.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2560320" cy="292608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256032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Andrews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Engineering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entire product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student + active DJ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production expertise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 + knowledge engine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560320" cy="292608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2560320" cy="54864"/>
          </a:xfrm>
          <a:prstGeom prst="lin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Joe Ciarletta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Business Development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3317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 + design direction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pitches + partnerships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execution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Co-owner: Holy Ghost, B2B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expertise + network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1463040"/>
            <a:ext cx="2560320" cy="292608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0" y="1463040"/>
            <a:ext cx="2560320" cy="54864"/>
          </a:xfrm>
          <a:prstGeom prst="lin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Frankie Dedio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8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Relations &amp; Partnerships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3317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 partnership deals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 mainstream EDM artists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presence + sponsorships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industry connections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 + business owner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Role, Joe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Brand &amp; Business Development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7863840" cy="77724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Design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16733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visual identity — logo, color system, marketing assets, app aesthetic direction, social presence. Your Holy Ghost experience building a brand from zero is exactly what BeatBrain needs.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286000"/>
            <a:ext cx="7863840" cy="77724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4688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&amp; Outreach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17320" y="2587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relationships with music schools, DAW companies, sample pack creators, plugin developers. Negotiate sponsorship and endorsement deals. You know how to open doors.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3200400"/>
            <a:ext cx="7863840" cy="77724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383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17320" y="35021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the organic rollout — coordinate the beta testing program through our fraternity, B2B's DJ network, and extended circles. Manage the feedback loop that turns beta into product.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4114800"/>
            <a:ext cx="7863840" cy="77724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2976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Development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17320" y="44165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decks, investor conversations, revenue strategy. Your attention to detail and entrepreneurial experience makes you the right person in the room for these conversations.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line">
            <a:avLst/>
          </a:prstGeom>
          <a:solidFill>
            <a:srgbClr val="0707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Partnership Structure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Fair, transparent, built for the long term.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3657600" cy="256032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Split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011680"/>
            <a:ext cx="2926080" cy="365760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— Majority (Founder, built the product)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514600"/>
            <a:ext cx="1645920" cy="365760"/>
          </a:xfrm>
          <a:prstGeom prst="lin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017520"/>
            <a:ext cx="914400" cy="365760"/>
          </a:xfrm>
          <a:prstGeom prst="lin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017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Frankie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percentages to be discussed together.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Reflects timing, risk, and contribution.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463040"/>
            <a:ext cx="3931920" cy="2560320"/>
          </a:xfrm>
          <a:prstGeom prst="line">
            <a:avLst/>
          </a:prstGeom>
          <a:solidFill>
            <a:srgbClr val="16161F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39112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120640" y="2011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4-year vesting with 1-year cliff — protects everyone</a:t>
            </a:r>
            <a:endParaRPr lang="en-US" sz="10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496312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20640" y="2468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agreement in writing before equity is issued</a:t>
            </a:r>
            <a:endParaRPr lang="en-US" sz="1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953512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20640" y="2926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roles — no overlap, no ambiguity on who owns what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410712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20640" y="3383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rights defined — product vs business vs partnerships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E8A2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BeatBrain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production partner for every skill level.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108960"/>
            <a:ext cx="2743200" cy="18288"/>
          </a:xfrm>
          <a:prstGeom prst="line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this together, Joe.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is built. The vision is clear.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 is you.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1824</Words>
  <Application>Microsoft Macintosh PowerPoint</Application>
  <PresentationFormat>On-screen Show (16:9)</PresentationFormat>
  <Paragraphs>278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BeatBrain — Partner Pitch</dc:title>
  <dc:subject>PptxGenJS Presentation</dc:subject>
  <dc:creator>Will Andrews</dc:creator>
  <cp:lastModifiedBy>William Andrews</cp:lastModifiedBy>
  <cp:revision>2</cp:revision>
  <dcterms:created xsi:type="dcterms:W3CDTF">2026-03-25T03:35:34Z</dcterms:created>
  <dcterms:modified xsi:type="dcterms:W3CDTF">2026-03-25T08:04:04Z</dcterms:modified>
</cp:coreProperties>
</file>